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05156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55448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05740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81160" y="54864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0" y="105156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55448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205740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54864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0" y="105156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0" y="155448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0" y="205740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54864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87000" y="105156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87000" y="155448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205740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0" y="54864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0" y="105156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0" y="155448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920" y="205740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54864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92840" y="105156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92840" y="155448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92840" y="2057400"/>
            <a:ext cx="45720" cy="45720"/>
          </a:xfrm>
          <a:prstGeom prst="ellipse">
            <a:avLst/>
          </a:prstGeom>
          <a:solidFill>
            <a:srgbClr val="23332A"/>
          </a:solidFill>
          <a:ln w="12700">
            <a:solidFill>
              <a:srgbClr val="23332A"/>
            </a:solidFill>
            <a:prstDash val="solid"/>
          </a:ln>
        </p:spPr>
      </p:sp>
      <p:pic>
        <p:nvPicPr>
          <p:cNvPr id="26" name="Image 0" descr="/home/claude/pptx_proj/infohub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417320" cy="100309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148840" y="411480"/>
            <a:ext cx="5486400" cy="1003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SISTEMAS DE INFORMAÇÃO  ·  AMF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" y="18288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Programação
</a:t>
            </a:r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IA</a:t>
            </a:r>
            <a:endParaRPr lang="en-US" sz="5400" dirty="0"/>
          </a:p>
        </p:txBody>
      </p:sp>
      <p:sp>
        <p:nvSpPr>
          <p:cNvPr id="29" name="Text 26"/>
          <p:cNvSpPr/>
          <p:nvPr/>
        </p:nvSpPr>
        <p:spPr>
          <a:xfrm>
            <a:off x="64008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código funcionando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640080" y="5120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1248" y="530352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42416" y="530352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43584" y="530352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508760" y="5221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apresentador.info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6868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Yuri </a:t>
            </a:r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Garcia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68680" y="5897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Pleno · Insi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989320" y="51206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90488" y="530352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91656" y="530352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92824" y="530352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52212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evento.info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21792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21/08  ·  17:30h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217920" y="5897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— Conectando conhecimento, tecnologia &amp; inovação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da aula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SDD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78308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e os 4 artefatos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49840" y="1783080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69748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Planejamento, DoD, Marcos, Decisões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69748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 real de cada 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49840" y="2697480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61188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61188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+ 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49840" y="3611880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2628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452628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do projeto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52628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zero, em par com a 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49840" y="4526280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44068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544068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544068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 no fluxo de vocês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49840" y="5440680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SDD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1168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01168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201168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929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definição.md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que </a:t>
            </a:r>
            <a:pPr indent="0" marL="0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software deve fazer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pedir pra IA escrever </a:t>
            </a:r>
            <a:pPr indent="0" marL="0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SDD completo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formais e revisadas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completa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aprovação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dedicadas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5661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C7A4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94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SDD enxuto (hoje)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2519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planejamento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decisões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artefatos que vamos usar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6517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persistente que a IA relê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5236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26517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pra parar e checar se a IA não desviou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26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526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983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quando está realmente pronto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526280"/>
            <a:ext cx="685800" cy="68580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526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52360" y="4526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decisões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4983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escolhemos X e não 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ARTEFATO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planejamento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geral sobre o que você quer/está construindo naquele repositório/aplicação, contém todos os detalhes gerais, específicos e refinamentos do projeto.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arquivo evita que você precise re-explicar a IA o que é o projeto toda vez que iniciar uma nova sessão.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205740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5740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205740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75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Contexto do projeto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Linguagem: a definir com a turma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Escopo: projeto pequeno, sem banco de dados externo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Convenções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 de função em português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Comentários explicam o porquê, não o 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ARTEFATO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checagem ao longo do projeto, não o produto final, mas paradas verificáveis no caminho.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vocês confirmam que a IA não saiu do rumo antes de seguir pra próxima etapa.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205740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5740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205740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75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Marco 1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base + regras de negócio definidas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Marco 2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Lógica principal funcionando com testes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Marco 3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 de borda tratados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ARTEFATO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critérios claros e verificáveis que definem quando cada etapa está realmente pronta, definidos antes de começar.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o critério de "pronto" vira opinião de cada um, inclusive da 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205740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5740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205740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75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Critérios de aceite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Função calcula o resultado esperado para os casos base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Casos de borda tratados (entrada vazia, negativa)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Erros retornam mensagem clara, não stack trace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Testado manualmente com 3 exemplos reais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ARTEFATO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decisões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C7A46"/>
          </a:solidFill>
          <a:ln w="12700">
            <a:solidFill>
              <a:srgbClr val="1C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curto de por que uma escolha foi feita — não só o quê, mas o porquê.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a IA reverta ou re-questione uma decisão já tomada em uma rodada anterior.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205740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5740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205740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75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2026-08-21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Decidido: validar entrada antes de processar, não depois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Motivo: evita efeito colateral em caso de erro no meio da execução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MÃO NA MASSA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Cursor +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e instalar o Cursor (plano Hobby/free)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conta e abrir um novo projeto vazio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pasta .cursor/skills/ no projeto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QUE EU USO NO DIA A DIA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database-designer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schema e relações de banco de dados a partir da spec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56616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frontend-design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padrões de UI consistentes sem precisar reexplicar estilo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489204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project-planner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o projeto em marcos e arquivos de planejamento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AGORA É COM VOCÊS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8803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construir do zero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marcos → primeira rodada com a IA → revisão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vocês notaram?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0312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10312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210312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02082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reflexao.md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momento vocês tiveram que corrigir ou redirecionar a IA — e o que teria acontecido sem os 4 arquivos?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21C16"/>
          </a:solidFill>
          <a:ln w="12700">
            <a:solidFill>
              <a:srgbClr val="2333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93192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3931920"/>
            <a:ext cx="109728" cy="10972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" y="393192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84962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material.info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arquivos de exemplo: </a:t>
            </a:r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github.com/yurigarcia/par-programacao-ia
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 </a:t>
            </a:r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@yurigarcia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2026-08-21T14:51:01Z</dcterms:created>
  <dcterms:modified xsi:type="dcterms:W3CDTF">2026-08-21T14:51:01Z</dcterms:modified>
</cp:coreProperties>
</file>